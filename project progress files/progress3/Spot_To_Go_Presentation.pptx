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3" r:id="rId1"/>
  </p:sldMasterIdLst>
  <p:notesMasterIdLst>
    <p:notesMasterId r:id="rId10"/>
  </p:notesMasterIdLst>
  <p:handoutMasterIdLst>
    <p:handoutMasterId r:id="rId11"/>
  </p:handoutMasterIdLst>
  <p:sldIdLst>
    <p:sldId id="834" r:id="rId2"/>
    <p:sldId id="895" r:id="rId3"/>
    <p:sldId id="896" r:id="rId4"/>
    <p:sldId id="897" r:id="rId5"/>
    <p:sldId id="898" r:id="rId6"/>
    <p:sldId id="900" r:id="rId7"/>
    <p:sldId id="907" r:id="rId8"/>
    <p:sldId id="902" r:id="rId9"/>
  </p:sldIdLst>
  <p:sldSz cx="9144000" cy="6858000" type="screen4x3"/>
  <p:notesSz cx="6797675" cy="9928225"/>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5 Apr - 22 Apr 2024" id="{E314ED05-3171-4E21-874A-C6F27B23C6FD}">
          <p14:sldIdLst>
            <p14:sldId id="834"/>
            <p14:sldId id="895"/>
            <p14:sldId id="896"/>
            <p14:sldId id="897"/>
            <p14:sldId id="898"/>
            <p14:sldId id="900"/>
            <p14:sldId id="907"/>
          </p14:sldIdLst>
        </p14:section>
        <p14:section name="11-Oct-2023" id="{FC326422-0757-454E-981C-31F2C251ABD4}">
          <p14:sldIdLst>
            <p14:sldId id="90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3"/>
    <a:srgbClr val="FFFF66"/>
    <a:srgbClr val="CBA9E5"/>
    <a:srgbClr val="B6DF89"/>
    <a:srgbClr val="FF00FF"/>
    <a:srgbClr val="FF3399"/>
    <a:srgbClr val="0432FF"/>
    <a:srgbClr val="FFFF00"/>
    <a:srgbClr val="BBE0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484" autoAdjust="0"/>
  </p:normalViewPr>
  <p:slideViewPr>
    <p:cSldViewPr>
      <p:cViewPr varScale="1">
        <p:scale>
          <a:sx n="106" d="100"/>
          <a:sy n="106" d="100"/>
        </p:scale>
        <p:origin x="1770" y="7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14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F53DA8A-A077-479B-8E53-2623908510DE}" type="datetimeFigureOut">
              <a:rPr lang="zh-TW" altLang="en-US" smtClean="0"/>
              <a:t>2026/7/13</a:t>
            </a:fld>
            <a:endParaRPr lang="zh-TW" altLang="en-US"/>
          </a:p>
        </p:txBody>
      </p:sp>
      <p:sp>
        <p:nvSpPr>
          <p:cNvPr id="4" name="頁尾版面配置區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67FBDFA-69D8-4BDD-882A-8E0CF4831A68}" type="slidenum">
              <a:rPr lang="zh-TW" altLang="en-US" smtClean="0"/>
              <a:t>‹#›</a:t>
            </a:fld>
            <a:endParaRPr lang="zh-TW" altLang="en-US"/>
          </a:p>
        </p:txBody>
      </p:sp>
    </p:spTree>
    <p:extLst>
      <p:ext uri="{BB962C8B-B14F-4D97-AF65-F5344CB8AC3E}">
        <p14:creationId xmlns:p14="http://schemas.microsoft.com/office/powerpoint/2010/main" val="3590668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69FA75D8-E72B-463D-9CD6-A13B7BE75328}" type="datetimeFigureOut">
              <a:rPr lang="zh-TW" altLang="en-US" smtClean="0"/>
              <a:t>2026/7/13</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B9ECFAFC-774C-44F1-8627-2F2848B83683}" type="slidenum">
              <a:rPr lang="zh-TW" altLang="en-US" smtClean="0"/>
              <a:t>‹#›</a:t>
            </a:fld>
            <a:endParaRPr lang="zh-TW" altLang="en-US"/>
          </a:p>
        </p:txBody>
      </p:sp>
    </p:spTree>
    <p:extLst>
      <p:ext uri="{BB962C8B-B14F-4D97-AF65-F5344CB8AC3E}">
        <p14:creationId xmlns:p14="http://schemas.microsoft.com/office/powerpoint/2010/main" val="2474386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2400">
                <a:solidFill>
                  <a:schemeClr val="bg1"/>
                </a:solidFill>
                <a:latin typeface="Comic Sans MS" panose="030F0702030302020204" pitchFamily="66" charset="0"/>
                <a:cs typeface="Arial" panose="020B0604020202020204" pitchFamily="34" charset="0"/>
              </a:defRPr>
            </a:lvl1pPr>
            <a:lvl2pPr marL="742950" indent="-285750" defTabSz="990600" eaLnBrk="0" hangingPunct="0">
              <a:defRPr sz="2400">
                <a:solidFill>
                  <a:schemeClr val="bg1"/>
                </a:solidFill>
                <a:latin typeface="Comic Sans MS" panose="030F0702030302020204" pitchFamily="66" charset="0"/>
                <a:cs typeface="Arial" panose="020B0604020202020204" pitchFamily="34" charset="0"/>
              </a:defRPr>
            </a:lvl2pPr>
            <a:lvl3pPr marL="1143000" indent="-228600" defTabSz="990600" eaLnBrk="0" hangingPunct="0">
              <a:defRPr sz="2400">
                <a:solidFill>
                  <a:schemeClr val="bg1"/>
                </a:solidFill>
                <a:latin typeface="Comic Sans MS" panose="030F0702030302020204" pitchFamily="66" charset="0"/>
                <a:cs typeface="Arial" panose="020B0604020202020204" pitchFamily="34" charset="0"/>
              </a:defRPr>
            </a:lvl3pPr>
            <a:lvl4pPr marL="1600200" indent="-228600" defTabSz="990600" eaLnBrk="0" hangingPunct="0">
              <a:defRPr sz="2400">
                <a:solidFill>
                  <a:schemeClr val="bg1"/>
                </a:solidFill>
                <a:latin typeface="Comic Sans MS" panose="030F0702030302020204" pitchFamily="66" charset="0"/>
                <a:cs typeface="Arial" panose="020B0604020202020204" pitchFamily="34" charset="0"/>
              </a:defRPr>
            </a:lvl4pPr>
            <a:lvl5pPr marL="2057400" indent="-228600" defTabSz="990600" eaLnBrk="0" hangingPunct="0">
              <a:defRPr sz="2400">
                <a:solidFill>
                  <a:schemeClr val="bg1"/>
                </a:solidFill>
                <a:latin typeface="Comic Sans MS" panose="030F0702030302020204" pitchFamily="66" charset="0"/>
                <a:cs typeface="Arial" panose="020B0604020202020204" pitchFamily="34" charset="0"/>
              </a:defRPr>
            </a:lvl5pPr>
            <a:lvl6pPr marL="2514600" indent="-228600" defTabSz="990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6pPr>
            <a:lvl7pPr marL="2971800" indent="-228600" defTabSz="990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7pPr>
            <a:lvl8pPr marL="3429000" indent="-228600" defTabSz="990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8pPr>
            <a:lvl9pPr marL="3886200" indent="-228600" defTabSz="990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9pPr>
          </a:lstStyle>
          <a:p>
            <a:pPr eaLnBrk="1" hangingPunct="1"/>
            <a:fld id="{F6B2CF12-DB6C-4AA5-A68A-5E5F13459CDE}" type="slidenum">
              <a:rPr lang="en-GB" altLang="en-US" sz="1300">
                <a:solidFill>
                  <a:schemeClr val="tx1"/>
                </a:solidFill>
                <a:latin typeface="Arial" panose="020B0604020202020204" pitchFamily="34" charset="0"/>
              </a:rPr>
              <a:pPr eaLnBrk="1" hangingPunct="1"/>
              <a:t>1</a:t>
            </a:fld>
            <a:endParaRPr lang="en-GB" altLang="en-US" sz="1300">
              <a:solidFill>
                <a:schemeClr val="tx1"/>
              </a:solidFill>
              <a:latin typeface="Arial" panose="020B0604020202020204" pitchFamily="34" charset="0"/>
            </a:endParaRPr>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dirty="0"/>
              <a:t>Good morning/afternoon, everyone. My name is </a:t>
            </a:r>
            <a:r>
              <a:rPr lang="en-US" smtClean="0"/>
              <a:t>Paithiyam</a:t>
            </a:r>
            <a:r>
              <a:rPr smtClean="0"/>
              <a:t>, </a:t>
            </a:r>
            <a:r>
              <a:rPr dirty="0"/>
              <a:t>and today I'm going to walk you through Spot To Go, the Android app I've been building. Spot To Go helps people discover restaurants near them, see real details about each one, and even watch a short video of what the place actually looks like before deciding to go. I'll show you every screen in the app, and then explain how it all works behind the scenes.</a:t>
            </a:r>
          </a:p>
        </p:txBody>
      </p:sp>
    </p:spTree>
    <p:extLst>
      <p:ext uri="{BB962C8B-B14F-4D97-AF65-F5344CB8AC3E}">
        <p14:creationId xmlns:p14="http://schemas.microsoft.com/office/powerpoint/2010/main" val="293327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exactly is Spot To Go? At its core, it's a simple idea: instead of guessing what a restaurant is like from a photo or a star rating, you can actually watch a short video of it first. The app uses the phone's location to find restaurants nearby, shows the important details like rating, distance and cuisine, and then gives a real video preview so the user knows what to expect. Once they've decided, one tap gives directions straight there. It's built using modern Android tools — Kotlin and Jetpack Compose — which is the current recommended way to build Android apps.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18399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you every screen in the app. Starting with the top row: this is the Splash Screen, a short loading screen you see when you first open the app. Next is the Home Page, with a search bar and a button to explore nearby restaurants. Then the Login Page and the Registration Page, where a user creates an account or signs back in. After that, the Map Screen, which shows restaurants near the user's real location on a live map. And finally in this row, the Restaurant Detail page, showing the name, rating, distance and type of food. On the second row: the Watch Video screen, where users can preview a restaurant through YouTube or TikTok, the TikTok Link page with a branded preview, the Directions screen with walking, driving and bus options, the Contact Us page, and the Privacy Policy page. Every single one of these screens is fully built and working today.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27752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follow one typical journey through the app. A user opens the app and briefly sees the splash screen while things load. They then log in, register a new account, or simply continue as a guest. From the home page, they can search directly or tap Explore Nearby to jump straight to the map. The map shows restaurants around their real location using the phone's GPS. Tapping a restaurant opens its detail page, with the rating, distance and cuisine type. From there, they can either watch a real video preview of the restaurant, or tap Get Directions to open turn-by-turn navigation straight to the door. Every step connects smoothly to the next — nothing is a dead end.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70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Behind the screens you just saw, there's a real working system underneath. The app uses the phone's GPS to find the user's actual location, not a fixed test location. The map itself is a live Google Map, not an image — it can be zoomed and panned, and it holds real markers for each restaurant. Logging in and registering is handled by a real account system, and this has been tested on an actual physical phone, not just a simulator. Moving between every screen — including pressing back — is handled properly, so a user is never stuck with no way out. When someone taps Watch Video or Get Directions, the app opens the real YouTube, TikTok, or Google Maps app on the phone. And the search bar isn't just decoration — typing into it instantly filters the restaurants shown on the map.</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04446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Spot To Go stores personal accounts, security matters. Registration and login are both connected to a real account system, which keeps passwords and user details stored securely rather than just sitting on the phone. Users who don't want to register can still continue as a guest. To keep the experience personal and safe, the map and restaurant features only unlock once someone is actually signed in. All of this has been tested end-to-end on a real Android phone — registering a new account, logging in, and reaching the map — and it works exactly as intended.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94911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what you've seen today: every screen in Spot To Go is built and working, from the splash screen through to the privacy policy. There's a real login and account system behind it, tested on an actual phone. The map uses the user's real location to show nearby restaurants, and from there, users can preview a restaurant with a real video before deciding to go, then get directions with a single tap. That's Spot To Go so far.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9477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comes next? Right now, the restaurants you saw on the map are a small sample set used to build and test every screen properly. The next step is to connect the map to real, live restaurant listings near the user, so the same experience you just saw works with genuine, up-to-date places. Once that's in place, the search bar will pull its results from those live listings directly, instead of filtering the sample set. Alongside that, there's one small polish item: pressing back on the map currently closes the app straight away, and we'll add a simple safeguard so that doesn't happen by accident. That's the plan for the next stage of Spot To Go. Thank you.</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5442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6386" name="Rectangle 2"/>
          <p:cNvSpPr>
            <a:spLocks noGrp="1" noChangeArrowheads="1"/>
          </p:cNvSpPr>
          <p:nvPr>
            <p:ph type="ctrTitle" hasCustomPrompt="1"/>
          </p:nvPr>
        </p:nvSpPr>
        <p:spPr>
          <a:xfrm>
            <a:off x="685800" y="685800"/>
            <a:ext cx="7772400" cy="2127250"/>
          </a:xfrm>
        </p:spPr>
        <p:txBody>
          <a:bodyPr/>
          <a:lstStyle>
            <a:lvl1pPr algn="ctr">
              <a:defRPr sz="3000" b="1" i="0">
                <a:latin typeface="+mj-lt"/>
                <a:ea typeface="微軟正黑體" panose="020B0604030504040204" pitchFamily="34" charset="-120"/>
                <a:cs typeface="微軟正黑體" panose="020B0604030504040204" pitchFamily="34" charset="-120"/>
              </a:defRPr>
            </a:lvl1pPr>
          </a:lstStyle>
          <a:p>
            <a:pPr lvl="0"/>
            <a:r>
              <a:rPr lang="en-US" altLang="zh-TW" noProof="0" dirty="0"/>
              <a:t>Title</a:t>
            </a:r>
            <a:endParaRPr lang="en-US" noProof="0" dirty="0"/>
          </a:p>
        </p:txBody>
      </p:sp>
      <p:sp>
        <p:nvSpPr>
          <p:cNvPr id="16387" name="Rectangle 3"/>
          <p:cNvSpPr>
            <a:spLocks noGrp="1" noChangeArrowheads="1"/>
          </p:cNvSpPr>
          <p:nvPr>
            <p:ph type="subTitle" idx="1" hasCustomPrompt="1"/>
          </p:nvPr>
        </p:nvSpPr>
        <p:spPr>
          <a:xfrm>
            <a:off x="1371600" y="3270250"/>
            <a:ext cx="6400800" cy="2209800"/>
          </a:xfrm>
        </p:spPr>
        <p:txBody>
          <a:bodyPr/>
          <a:lstStyle>
            <a:lvl1pPr marL="0" indent="0" algn="ctr">
              <a:buFont typeface="Wingdings" pitchFamily="2" charset="2"/>
              <a:buNone/>
              <a:defRPr sz="2400">
                <a:latin typeface="Calibri" panose="020F0502020204030204" pitchFamily="34" charset="0"/>
                <a:cs typeface="Calibri" panose="020F0502020204030204" pitchFamily="34" charset="0"/>
              </a:defRPr>
            </a:lvl1pPr>
          </a:lstStyle>
          <a:p>
            <a:pPr lvl="0"/>
            <a:r>
              <a:rPr lang="en-US" noProof="0" dirty="0"/>
              <a:t>name</a:t>
            </a:r>
          </a:p>
        </p:txBody>
      </p:sp>
      <p:sp>
        <p:nvSpPr>
          <p:cNvPr id="16388" name="Rectangle 4"/>
          <p:cNvSpPr>
            <a:spLocks noGrp="1" noChangeArrowheads="1"/>
          </p:cNvSpPr>
          <p:nvPr>
            <p:ph type="dt" sz="half" idx="2"/>
          </p:nvPr>
        </p:nvSpPr>
        <p:spPr/>
        <p:txBody>
          <a:bodyPr/>
          <a:lstStyle>
            <a:lvl1pPr>
              <a:defRPr/>
            </a:lvl1pPr>
          </a:lstStyle>
          <a:p>
            <a:r>
              <a:rPr lang="en-US" altLang="zh-TW">
                <a:solidFill>
                  <a:prstClr val="black"/>
                </a:solidFill>
              </a:rPr>
              <a:t>© copyright UEA</a:t>
            </a:r>
            <a:endParaRPr lang="en-US" dirty="0">
              <a:solidFill>
                <a:prstClr val="black"/>
              </a:solidFill>
            </a:endParaRPr>
          </a:p>
        </p:txBody>
      </p:sp>
      <p:sp>
        <p:nvSpPr>
          <p:cNvPr id="16390" name="Rectangle 6"/>
          <p:cNvSpPr>
            <a:spLocks noGrp="1" noChangeArrowheads="1"/>
          </p:cNvSpPr>
          <p:nvPr>
            <p:ph type="sldNum" sz="quarter" idx="4"/>
          </p:nvPr>
        </p:nvSpPr>
        <p:spPr/>
        <p:txBody>
          <a:bodyPr/>
          <a:lstStyle>
            <a:lvl1pPr>
              <a:defRPr/>
            </a:lvl1pPr>
          </a:lstStyle>
          <a:p>
            <a:pPr algn="ctr"/>
            <a:fld id="{C7E5EE11-B15A-4C57-86DE-6B49DE778508}" type="slidenum">
              <a:rPr lang="en-US" smtClean="0">
                <a:solidFill>
                  <a:prstClr val="black"/>
                </a:solidFill>
              </a:rPr>
              <a:pPr algn="ctr"/>
              <a:t>‹#›</a:t>
            </a:fld>
            <a:endParaRPr lang="en-US" dirty="0">
              <a:solidFill>
                <a:prstClr val="black"/>
              </a:solidFill>
            </a:endParaRPr>
          </a:p>
        </p:txBody>
      </p:sp>
      <p:sp>
        <p:nvSpPr>
          <p:cNvPr id="16392" name="Rectangle 8" descr="Gold bar"/>
          <p:cNvSpPr>
            <a:spLocks noChangeArrowheads="1"/>
          </p:cNvSpPr>
          <p:nvPr/>
        </p:nvSpPr>
        <p:spPr bwMode="auto">
          <a:xfrm>
            <a:off x="228600" y="2889258"/>
            <a:ext cx="2870200"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350">
              <a:solidFill>
                <a:prstClr val="black"/>
              </a:solidFill>
            </a:endParaRPr>
          </a:p>
        </p:txBody>
      </p:sp>
      <p:sp>
        <p:nvSpPr>
          <p:cNvPr id="16393" name="Rectangle 9" descr="Orange bar"/>
          <p:cNvSpPr>
            <a:spLocks noChangeArrowheads="1"/>
          </p:cNvSpPr>
          <p:nvPr/>
        </p:nvSpPr>
        <p:spPr bwMode="auto">
          <a:xfrm>
            <a:off x="3098802" y="2889258"/>
            <a:ext cx="2870200"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350">
              <a:solidFill>
                <a:prstClr val="black"/>
              </a:solidFill>
            </a:endParaRPr>
          </a:p>
        </p:txBody>
      </p:sp>
      <p:sp>
        <p:nvSpPr>
          <p:cNvPr id="16394" name="Rectangle 10" descr="Slate bar"/>
          <p:cNvSpPr>
            <a:spLocks noChangeArrowheads="1"/>
          </p:cNvSpPr>
          <p:nvPr/>
        </p:nvSpPr>
        <p:spPr bwMode="auto">
          <a:xfrm>
            <a:off x="5969001" y="2889258"/>
            <a:ext cx="2870200" cy="201613"/>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350">
              <a:solidFill>
                <a:prstClr val="black"/>
              </a:solidFill>
            </a:endParaRPr>
          </a:p>
        </p:txBody>
      </p:sp>
    </p:spTree>
    <p:extLst>
      <p:ext uri="{BB962C8B-B14F-4D97-AF65-F5344CB8AC3E}">
        <p14:creationId xmlns:p14="http://schemas.microsoft.com/office/powerpoint/2010/main" val="1567691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08451"/>
            <a:ext cx="8229600" cy="918931"/>
          </a:xfrm>
        </p:spPr>
        <p:txBody>
          <a:bodyPr/>
          <a:lstStyle>
            <a:lvl1pPr>
              <a:defRPr>
                <a:latin typeface="Calibri" panose="020F0502020204030204" pitchFamily="34" charset="0"/>
                <a:cs typeface="Calibri" panose="020F0502020204030204" pitchFamily="34" charset="0"/>
              </a:defRPr>
            </a:lvl1pPr>
          </a:lstStyle>
          <a:p>
            <a:r>
              <a:rPr lang="en-US" altLang="zh-TW" dirty="0"/>
              <a:t>Title</a:t>
            </a:r>
            <a:endParaRPr lang="en-US" dirty="0"/>
          </a:p>
        </p:txBody>
      </p:sp>
      <p:sp>
        <p:nvSpPr>
          <p:cNvPr id="3" name="Content Placeholder 2"/>
          <p:cNvSpPr>
            <a:spLocks noGrp="1"/>
          </p:cNvSpPr>
          <p:nvPr>
            <p:ph idx="1"/>
          </p:nvPr>
        </p:nvSpPr>
        <p:spPr/>
        <p:txBody>
          <a:bodyPr/>
          <a:lstStyle>
            <a:lvl1pPr>
              <a:spcAft>
                <a:spcPts val="600"/>
              </a:spcAft>
              <a:defRPr>
                <a:latin typeface="Calibri" panose="020F0502020204030204" pitchFamily="34" charset="0"/>
                <a:cs typeface="Calibri" panose="020F0502020204030204" pitchFamily="34" charset="0"/>
              </a:defRPr>
            </a:lvl1pPr>
            <a:lvl2pPr>
              <a:spcAft>
                <a:spcPts val="600"/>
              </a:spcAft>
              <a:defRPr>
                <a:latin typeface="Calibri" panose="020F0502020204030204" pitchFamily="34" charset="0"/>
                <a:cs typeface="Calibri" panose="020F0502020204030204" pitchFamily="34" charset="0"/>
              </a:defRPr>
            </a:lvl2pPr>
            <a:lvl3pPr>
              <a:spcAft>
                <a:spcPts val="600"/>
              </a:spcAft>
              <a:defRPr>
                <a:latin typeface="Calibri" panose="020F0502020204030204" pitchFamily="34" charset="0"/>
                <a:cs typeface="Calibri" panose="020F0502020204030204" pitchFamily="34" charset="0"/>
              </a:defRPr>
            </a:lvl3pPr>
            <a:lvl4pPr>
              <a:spcAft>
                <a:spcPts val="600"/>
              </a:spcAft>
              <a:defRPr>
                <a:latin typeface="Calibri" panose="020F0502020204030204" pitchFamily="34" charset="0"/>
                <a:cs typeface="Calibri" panose="020F0502020204030204" pitchFamily="34" charset="0"/>
              </a:defRPr>
            </a:lvl4pPr>
            <a:lvl5pPr>
              <a:spcAft>
                <a:spcPts val="600"/>
              </a:spcAft>
              <a:defRPr>
                <a:latin typeface="Calibri" panose="020F0502020204030204" pitchFamily="34" charset="0"/>
                <a:cs typeface="Calibri" panose="020F0502020204030204" pitchFamily="34" charset="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10"/>
          </p:nvPr>
        </p:nvSpPr>
        <p:spPr/>
        <p:txBody>
          <a:bodyPr/>
          <a:lstStyle>
            <a:lvl1pPr>
              <a:defRPr/>
            </a:lvl1pPr>
          </a:lstStyle>
          <a:p>
            <a:r>
              <a:rPr lang="en-US" altLang="zh-TW">
                <a:solidFill>
                  <a:prstClr val="black"/>
                </a:solidFill>
              </a:rPr>
              <a:t>© copyright UEA</a:t>
            </a:r>
            <a:endParaRPr lang="en-US" dirty="0">
              <a:solidFill>
                <a:prstClr val="black"/>
              </a:solidFill>
            </a:endParaRPr>
          </a:p>
        </p:txBody>
      </p:sp>
      <p:sp>
        <p:nvSpPr>
          <p:cNvPr id="6" name="Slide Number Placeholder 5"/>
          <p:cNvSpPr>
            <a:spLocks noGrp="1"/>
          </p:cNvSpPr>
          <p:nvPr>
            <p:ph type="sldNum" sz="quarter" idx="12"/>
          </p:nvPr>
        </p:nvSpPr>
        <p:spPr/>
        <p:txBody>
          <a:bodyPr/>
          <a:lstStyle>
            <a:lvl1pPr>
              <a:lnSpc>
                <a:spcPct val="250000"/>
              </a:lnSpc>
              <a:defRPr sz="1100"/>
            </a:lvl1pPr>
          </a:lstStyle>
          <a:p>
            <a:pPr algn="ctr"/>
            <a:fld id="{E02DC983-A656-4310-B853-8C30532C0C2A}" type="slidenum">
              <a:rPr lang="en-US" smtClean="0">
                <a:solidFill>
                  <a:prstClr val="black"/>
                </a:solidFill>
              </a:rPr>
              <a:pPr algn="ctr"/>
              <a:t>‹#›</a:t>
            </a:fld>
            <a:endParaRPr lang="en-US" dirty="0">
              <a:solidFill>
                <a:prstClr val="black"/>
              </a:solidFill>
            </a:endParaRPr>
          </a:p>
        </p:txBody>
      </p:sp>
    </p:spTree>
    <p:extLst>
      <p:ext uri="{BB962C8B-B14F-4D97-AF65-F5344CB8AC3E}">
        <p14:creationId xmlns:p14="http://schemas.microsoft.com/office/powerpoint/2010/main" val="462650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按一下以編輯母片標題樣式</a:t>
            </a:r>
            <a:endParaRPr lang="en-US" dirty="0"/>
          </a:p>
        </p:txBody>
      </p:sp>
      <p:sp>
        <p:nvSpPr>
          <p:cNvPr id="3" name="Content Placeholder 2"/>
          <p:cNvSpPr>
            <a:spLocks noGrp="1"/>
          </p:cNvSpPr>
          <p:nvPr>
            <p:ph sz="half" idx="1"/>
          </p:nvPr>
        </p:nvSpPr>
        <p:spPr>
          <a:xfrm>
            <a:off x="457200" y="1600206"/>
            <a:ext cx="4038600" cy="4530725"/>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6"/>
            <a:ext cx="4038600" cy="4530725"/>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lvl1pPr>
              <a:defRPr/>
            </a:lvl1pPr>
          </a:lstStyle>
          <a:p>
            <a:r>
              <a:rPr lang="en-US" altLang="zh-TW">
                <a:solidFill>
                  <a:prstClr val="black"/>
                </a:solidFill>
              </a:rPr>
              <a:t>© copyright UEA</a:t>
            </a: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lgn="ctr"/>
            <a:fld id="{6EBD3ABE-E84C-4691-9D2F-4A05684F6767}" type="slidenum">
              <a:rPr lang="en-US" smtClean="0">
                <a:solidFill>
                  <a:prstClr val="black"/>
                </a:solidFill>
              </a:rPr>
              <a:pPr algn="ctr"/>
              <a:t>‹#›</a:t>
            </a:fld>
            <a:endParaRPr lang="en-US" dirty="0">
              <a:solidFill>
                <a:prstClr val="black"/>
              </a:solidFill>
            </a:endParaRPr>
          </a:p>
        </p:txBody>
      </p:sp>
    </p:spTree>
    <p:extLst>
      <p:ext uri="{BB962C8B-B14F-4D97-AF65-F5344CB8AC3E}">
        <p14:creationId xmlns:p14="http://schemas.microsoft.com/office/powerpoint/2010/main" val="1295533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ltLang="zh-TW">
                <a:solidFill>
                  <a:prstClr val="black"/>
                </a:solidFill>
              </a:rPr>
              <a:t>© copyright UEA</a:t>
            </a:r>
            <a:endParaRPr lang="en-US" dirty="0">
              <a:solidFill>
                <a:prstClr val="black"/>
              </a:solidFill>
            </a:endParaRPr>
          </a:p>
        </p:txBody>
      </p:sp>
      <p:sp>
        <p:nvSpPr>
          <p:cNvPr id="4" name="Slide Number Placeholder 3"/>
          <p:cNvSpPr>
            <a:spLocks noGrp="1"/>
          </p:cNvSpPr>
          <p:nvPr>
            <p:ph type="sldNum" sz="quarter" idx="12"/>
          </p:nvPr>
        </p:nvSpPr>
        <p:spPr/>
        <p:txBody>
          <a:bodyPr/>
          <a:lstStyle>
            <a:lvl1pPr>
              <a:defRPr/>
            </a:lvl1pPr>
          </a:lstStyle>
          <a:p>
            <a:pPr algn="ctr"/>
            <a:fld id="{56C5A564-8724-4135-A767-94587534F063}" type="slidenum">
              <a:rPr lang="en-US" smtClean="0">
                <a:solidFill>
                  <a:prstClr val="black"/>
                </a:solidFill>
              </a:rPr>
              <a:pPr algn="ctr"/>
              <a:t>‹#›</a:t>
            </a:fld>
            <a:endParaRPr lang="en-US" dirty="0">
              <a:solidFill>
                <a:prstClr val="black"/>
              </a:solidFill>
            </a:endParaRPr>
          </a:p>
        </p:txBody>
      </p:sp>
      <p:sp>
        <p:nvSpPr>
          <p:cNvPr id="5" name="矩形 4"/>
          <p:cNvSpPr/>
          <p:nvPr userDrawn="1"/>
        </p:nvSpPr>
        <p:spPr bwMode="auto">
          <a:xfrm>
            <a:off x="395536" y="1268760"/>
            <a:ext cx="8280920" cy="43204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TW" altLang="en-US" sz="1800" b="0" i="0" u="none" strike="noStrike" cap="none" normalizeH="0" baseline="0">
              <a:ln>
                <a:noFill/>
              </a:ln>
              <a:solidFill>
                <a:schemeClr val="tx1"/>
              </a:solidFill>
              <a:effectLst/>
              <a:latin typeface="Arial" charset="0"/>
            </a:endParaRPr>
          </a:p>
        </p:txBody>
      </p:sp>
      <p:sp>
        <p:nvSpPr>
          <p:cNvPr id="6" name="Title 1"/>
          <p:cNvSpPr>
            <a:spLocks noGrp="1"/>
          </p:cNvSpPr>
          <p:nvPr>
            <p:ph type="title" hasCustomPrompt="1"/>
          </p:nvPr>
        </p:nvSpPr>
        <p:spPr>
          <a:xfrm>
            <a:off x="457200" y="2506094"/>
            <a:ext cx="8229600" cy="918931"/>
          </a:xfrm>
        </p:spPr>
        <p:txBody>
          <a:bodyPr/>
          <a:lstStyle>
            <a:lvl1pPr algn="ctr">
              <a:defRPr>
                <a:latin typeface="Calibri" panose="020F0502020204030204" pitchFamily="34" charset="0"/>
                <a:cs typeface="Calibri" panose="020F0502020204030204" pitchFamily="34" charset="0"/>
              </a:defRPr>
            </a:lvl1pPr>
          </a:lstStyle>
          <a:p>
            <a:r>
              <a:rPr lang="en-US" altLang="zh-TW" dirty="0"/>
              <a:t>Title</a:t>
            </a:r>
            <a:endParaRPr lang="en-US" dirty="0"/>
          </a:p>
        </p:txBody>
      </p:sp>
    </p:spTree>
    <p:extLst>
      <p:ext uri="{BB962C8B-B14F-4D97-AF65-F5344CB8AC3E}">
        <p14:creationId xmlns:p14="http://schemas.microsoft.com/office/powerpoint/2010/main" val="1105620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1500" b="1"/>
            </a:lvl1pPr>
          </a:lstStyle>
          <a:p>
            <a:r>
              <a:rPr lang="zh-TW" altLang="en-US"/>
              <a:t>按一下以編輯母片標題樣式</a:t>
            </a:r>
            <a:endParaRPr lang="en-US"/>
          </a:p>
        </p:txBody>
      </p:sp>
      <p:sp>
        <p:nvSpPr>
          <p:cNvPr id="3" name="Content Placeholder 2"/>
          <p:cNvSpPr>
            <a:spLocks noGrp="1"/>
          </p:cNvSpPr>
          <p:nvPr>
            <p:ph idx="1"/>
          </p:nvPr>
        </p:nvSpPr>
        <p:spPr>
          <a:xfrm>
            <a:off x="3575050" y="273058"/>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zh-TW" altLang="en-US"/>
              <a:t>編輯母片文字樣式</a:t>
            </a:r>
          </a:p>
        </p:txBody>
      </p:sp>
      <p:sp>
        <p:nvSpPr>
          <p:cNvPr id="5" name="Date Placeholder 4"/>
          <p:cNvSpPr>
            <a:spLocks noGrp="1"/>
          </p:cNvSpPr>
          <p:nvPr>
            <p:ph type="dt" sz="half" idx="10"/>
          </p:nvPr>
        </p:nvSpPr>
        <p:spPr/>
        <p:txBody>
          <a:bodyPr/>
          <a:lstStyle>
            <a:lvl1pPr>
              <a:defRPr/>
            </a:lvl1pPr>
          </a:lstStyle>
          <a:p>
            <a:r>
              <a:rPr lang="en-US" altLang="zh-TW">
                <a:solidFill>
                  <a:prstClr val="black"/>
                </a:solidFill>
              </a:rPr>
              <a:t>© copyright UEA</a:t>
            </a:r>
            <a:endParaRPr lang="en-US">
              <a:solidFill>
                <a:prstClr val="black"/>
              </a:solidFill>
            </a:endParaRPr>
          </a:p>
        </p:txBody>
      </p:sp>
      <p:sp>
        <p:nvSpPr>
          <p:cNvPr id="7" name="Slide Number Placeholder 6"/>
          <p:cNvSpPr>
            <a:spLocks noGrp="1"/>
          </p:cNvSpPr>
          <p:nvPr>
            <p:ph type="sldNum" sz="quarter" idx="12"/>
          </p:nvPr>
        </p:nvSpPr>
        <p:spPr/>
        <p:txBody>
          <a:bodyPr/>
          <a:lstStyle>
            <a:lvl1pPr algn="ctr">
              <a:defRPr/>
            </a:lvl1pPr>
          </a:lstStyle>
          <a:p>
            <a:fld id="{8C5AAA5D-B21B-4936-B6F8-2D44BC7C7030}"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47091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57200" y="277821"/>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TW" dirty="0"/>
              <a:t>Title</a:t>
            </a:r>
            <a:endParaRPr lang="en-US" dirty="0"/>
          </a:p>
        </p:txBody>
      </p:sp>
      <p:sp>
        <p:nvSpPr>
          <p:cNvPr id="15363" name="Rectangle 3"/>
          <p:cNvSpPr>
            <a:spLocks noGrp="1" noChangeArrowheads="1"/>
          </p:cNvSpPr>
          <p:nvPr>
            <p:ph type="body" idx="1"/>
          </p:nvPr>
        </p:nvSpPr>
        <p:spPr bwMode="auto">
          <a:xfrm>
            <a:off x="457200" y="1600206"/>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15364" name="Rectangle 4"/>
          <p:cNvSpPr>
            <a:spLocks noGrp="1" noChangeArrowheads="1"/>
          </p:cNvSpPr>
          <p:nvPr>
            <p:ph type="dt" sz="half" idx="2"/>
          </p:nvPr>
        </p:nvSpPr>
        <p:spPr bwMode="auto">
          <a:xfrm>
            <a:off x="457200" y="6453336"/>
            <a:ext cx="2133600" cy="252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750"/>
            </a:lvl1pPr>
          </a:lstStyle>
          <a:p>
            <a:pPr fontAlgn="base">
              <a:spcBef>
                <a:spcPct val="0"/>
              </a:spcBef>
              <a:spcAft>
                <a:spcPct val="0"/>
              </a:spcAft>
            </a:pPr>
            <a:r>
              <a:rPr lang="en-US" altLang="zh-TW">
                <a:solidFill>
                  <a:prstClr val="black"/>
                </a:solidFill>
              </a:rPr>
              <a:t>© copyright UEA</a:t>
            </a:r>
            <a:endParaRPr lang="en-US" dirty="0">
              <a:solidFill>
                <a:prstClr val="black"/>
              </a:solidFill>
            </a:endParaRPr>
          </a:p>
        </p:txBody>
      </p:sp>
      <p:sp>
        <p:nvSpPr>
          <p:cNvPr id="15366" name="Rectangle 6"/>
          <p:cNvSpPr>
            <a:spLocks noGrp="1" noChangeArrowheads="1"/>
          </p:cNvSpPr>
          <p:nvPr>
            <p:ph type="sldNum" sz="quarter" idx="4"/>
          </p:nvPr>
        </p:nvSpPr>
        <p:spPr bwMode="auto">
          <a:xfrm>
            <a:off x="3429000" y="6283337"/>
            <a:ext cx="2133600" cy="407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250000"/>
              </a:lnSpc>
              <a:defRPr sz="1000"/>
            </a:lvl1pPr>
          </a:lstStyle>
          <a:p>
            <a:pPr algn="ctr" fontAlgn="base">
              <a:spcBef>
                <a:spcPct val="0"/>
              </a:spcBef>
              <a:spcAft>
                <a:spcPct val="0"/>
              </a:spcAft>
            </a:pPr>
            <a:fld id="{871C88EC-66AB-47BF-AFDF-0695C6489FF9}" type="slidenum">
              <a:rPr lang="en-US" smtClean="0">
                <a:solidFill>
                  <a:prstClr val="black"/>
                </a:solidFill>
              </a:rPr>
              <a:pPr algn="ctr" fontAlgn="base">
                <a:spcBef>
                  <a:spcPct val="0"/>
                </a:spcBef>
                <a:spcAft>
                  <a:spcPct val="0"/>
                </a:spcAft>
              </a:pPr>
              <a:t>‹#›</a:t>
            </a:fld>
            <a:endParaRPr lang="en-US" dirty="0">
              <a:solidFill>
                <a:prstClr val="black"/>
              </a:solidFill>
            </a:endParaRPr>
          </a:p>
        </p:txBody>
      </p:sp>
      <p:sp>
        <p:nvSpPr>
          <p:cNvPr id="15367" name="Rectangle 7" descr="Gold bar"/>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1800">
              <a:solidFill>
                <a:prstClr val="black"/>
              </a:solidFill>
              <a:latin typeface="Times New Roman" pitchFamily="18" charset="0"/>
            </a:endParaRPr>
          </a:p>
        </p:txBody>
      </p:sp>
      <p:sp>
        <p:nvSpPr>
          <p:cNvPr id="15368"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350">
              <a:solidFill>
                <a:prstClr val="black"/>
              </a:solidFill>
            </a:endParaRPr>
          </a:p>
        </p:txBody>
      </p:sp>
      <p:sp>
        <p:nvSpPr>
          <p:cNvPr id="15369" name="Rectangle 9" descr="Orange bar"/>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1800">
              <a:solidFill>
                <a:prstClr val="black"/>
              </a:solidFill>
              <a:latin typeface="Times New Roman" pitchFamily="18" charset="0"/>
            </a:endParaRPr>
          </a:p>
        </p:txBody>
      </p:sp>
      <p:sp>
        <p:nvSpPr>
          <p:cNvPr id="15370" name="Rectangle 10" descr="Slate bar"/>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1800">
              <a:solidFill>
                <a:prstClr val="black"/>
              </a:solidFill>
              <a:latin typeface="Times New Roman" pitchFamily="18" charset="0"/>
            </a:endParaRPr>
          </a:p>
        </p:txBody>
      </p:sp>
      <p:sp>
        <p:nvSpPr>
          <p:cNvPr id="2" name="矩形 1"/>
          <p:cNvSpPr/>
          <p:nvPr userDrawn="1"/>
        </p:nvSpPr>
        <p:spPr bwMode="auto">
          <a:xfrm>
            <a:off x="0" y="-7315"/>
            <a:ext cx="342029" cy="6858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TW" altLang="en-US" sz="1800" b="0" i="0" u="none" strike="noStrike" cap="none" normalizeH="0" baseline="0">
              <a:ln>
                <a:noFill/>
              </a:ln>
              <a:solidFill>
                <a:schemeClr val="tx1"/>
              </a:solidFill>
              <a:effectLst/>
              <a:latin typeface="Arial" charset="0"/>
            </a:endParaRPr>
          </a:p>
        </p:txBody>
      </p:sp>
      <p:pic>
        <p:nvPicPr>
          <p:cNvPr id="3" name="Picture 2"/>
          <p:cNvPicPr>
            <a:picLocks noChangeAspect="1"/>
          </p:cNvPicPr>
          <p:nvPr userDrawn="1"/>
        </p:nvPicPr>
        <p:blipFill>
          <a:blip r:embed="rId7"/>
          <a:stretch>
            <a:fillRect/>
          </a:stretch>
        </p:blipFill>
        <p:spPr>
          <a:xfrm>
            <a:off x="8100392" y="6230382"/>
            <a:ext cx="962907" cy="576857"/>
          </a:xfrm>
          <a:prstGeom prst="rect">
            <a:avLst/>
          </a:prstGeom>
        </p:spPr>
      </p:pic>
    </p:spTree>
    <p:extLst>
      <p:ext uri="{BB962C8B-B14F-4D97-AF65-F5344CB8AC3E}">
        <p14:creationId xmlns:p14="http://schemas.microsoft.com/office/powerpoint/2010/main" val="560532557"/>
      </p:ext>
    </p:extLst>
  </p:cSld>
  <p:clrMap bg1="lt1" tx1="dk1" bg2="lt2" tx2="dk2" accent1="accent1" accent2="accent2" accent3="accent3" accent4="accent4" accent5="accent5" accent6="accent6" hlink="hlink" folHlink="folHlink"/>
  <p:sldLayoutIdLst>
    <p:sldLayoutId id="2147484224" r:id="rId1"/>
    <p:sldLayoutId id="2147484225" r:id="rId2"/>
    <p:sldLayoutId id="2147484227" r:id="rId3"/>
    <p:sldLayoutId id="2147484230" r:id="rId4"/>
    <p:sldLayoutId id="2147484231" r:id="rId5"/>
  </p:sldLayoutIdLst>
  <p:hf hdr="0" ftr="0"/>
  <p:txStyles>
    <p:titleStyle>
      <a:lvl1pPr algn="l" rtl="0" eaLnBrk="1" fontAlgn="base" hangingPunct="1">
        <a:spcBef>
          <a:spcPct val="0"/>
        </a:spcBef>
        <a:spcAft>
          <a:spcPct val="0"/>
        </a:spcAft>
        <a:defRPr sz="3300">
          <a:solidFill>
            <a:schemeClr val="tx2"/>
          </a:solidFill>
          <a:latin typeface="Calibri" panose="020F0502020204030204" pitchFamily="34" charset="0"/>
          <a:ea typeface="+mj-ea"/>
          <a:cs typeface="Calibri" panose="020F0502020204030204" pitchFamily="34" charset="0"/>
        </a:defRPr>
      </a:lvl1pPr>
      <a:lvl2pPr algn="l" rtl="0" eaLnBrk="1" fontAlgn="base" hangingPunct="1">
        <a:spcBef>
          <a:spcPct val="0"/>
        </a:spcBef>
        <a:spcAft>
          <a:spcPct val="0"/>
        </a:spcAft>
        <a:defRPr sz="3300">
          <a:solidFill>
            <a:schemeClr val="tx2"/>
          </a:solidFill>
          <a:latin typeface="Times New Roman" pitchFamily="18" charset="0"/>
        </a:defRPr>
      </a:lvl2pPr>
      <a:lvl3pPr algn="l" rtl="0" eaLnBrk="1" fontAlgn="base" hangingPunct="1">
        <a:spcBef>
          <a:spcPct val="0"/>
        </a:spcBef>
        <a:spcAft>
          <a:spcPct val="0"/>
        </a:spcAft>
        <a:defRPr sz="3300">
          <a:solidFill>
            <a:schemeClr val="tx2"/>
          </a:solidFill>
          <a:latin typeface="Times New Roman" pitchFamily="18" charset="0"/>
        </a:defRPr>
      </a:lvl3pPr>
      <a:lvl4pPr algn="l" rtl="0" eaLnBrk="1" fontAlgn="base" hangingPunct="1">
        <a:spcBef>
          <a:spcPct val="0"/>
        </a:spcBef>
        <a:spcAft>
          <a:spcPct val="0"/>
        </a:spcAft>
        <a:defRPr sz="3300">
          <a:solidFill>
            <a:schemeClr val="tx2"/>
          </a:solidFill>
          <a:latin typeface="Times New Roman" pitchFamily="18" charset="0"/>
        </a:defRPr>
      </a:lvl4pPr>
      <a:lvl5pPr algn="l" rtl="0" eaLnBrk="1" fontAlgn="base" hangingPunct="1">
        <a:spcBef>
          <a:spcPct val="0"/>
        </a:spcBef>
        <a:spcAft>
          <a:spcPct val="0"/>
        </a:spcAft>
        <a:defRPr sz="3300">
          <a:solidFill>
            <a:schemeClr val="tx2"/>
          </a:solidFill>
          <a:latin typeface="Times New Roman" pitchFamily="18" charset="0"/>
        </a:defRPr>
      </a:lvl5pPr>
      <a:lvl6pPr marL="342892" algn="l" rtl="0" eaLnBrk="1" fontAlgn="base" hangingPunct="1">
        <a:spcBef>
          <a:spcPct val="0"/>
        </a:spcBef>
        <a:spcAft>
          <a:spcPct val="0"/>
        </a:spcAft>
        <a:defRPr sz="3300">
          <a:solidFill>
            <a:schemeClr val="tx2"/>
          </a:solidFill>
          <a:latin typeface="Times New Roman" pitchFamily="18" charset="0"/>
        </a:defRPr>
      </a:lvl6pPr>
      <a:lvl7pPr marL="685783" algn="l" rtl="0" eaLnBrk="1" fontAlgn="base" hangingPunct="1">
        <a:spcBef>
          <a:spcPct val="0"/>
        </a:spcBef>
        <a:spcAft>
          <a:spcPct val="0"/>
        </a:spcAft>
        <a:defRPr sz="3300">
          <a:solidFill>
            <a:schemeClr val="tx2"/>
          </a:solidFill>
          <a:latin typeface="Times New Roman" pitchFamily="18" charset="0"/>
        </a:defRPr>
      </a:lvl7pPr>
      <a:lvl8pPr marL="1028675" algn="l" rtl="0" eaLnBrk="1" fontAlgn="base" hangingPunct="1">
        <a:spcBef>
          <a:spcPct val="0"/>
        </a:spcBef>
        <a:spcAft>
          <a:spcPct val="0"/>
        </a:spcAft>
        <a:defRPr sz="3300">
          <a:solidFill>
            <a:schemeClr val="tx2"/>
          </a:solidFill>
          <a:latin typeface="Times New Roman" pitchFamily="18" charset="0"/>
        </a:defRPr>
      </a:lvl8pPr>
      <a:lvl9pPr marL="1371566" algn="l" rtl="0" eaLnBrk="1" fontAlgn="base" hangingPunct="1">
        <a:spcBef>
          <a:spcPct val="0"/>
        </a:spcBef>
        <a:spcAft>
          <a:spcPct val="0"/>
        </a:spcAft>
        <a:defRPr sz="3300">
          <a:solidFill>
            <a:schemeClr val="tx2"/>
          </a:solidFill>
          <a:latin typeface="Times New Roman" pitchFamily="18" charset="0"/>
        </a:defRPr>
      </a:lvl9pPr>
    </p:titleStyle>
    <p:bodyStyle>
      <a:lvl1pPr marL="257168" indent="-257168" algn="l" rtl="0" eaLnBrk="1" fontAlgn="base" hangingPunct="1">
        <a:spcBef>
          <a:spcPct val="20000"/>
        </a:spcBef>
        <a:spcAft>
          <a:spcPct val="0"/>
        </a:spcAft>
        <a:buClr>
          <a:schemeClr val="bg2"/>
        </a:buClr>
        <a:buSzPct val="75000"/>
        <a:buFont typeface="Wingdings" pitchFamily="2" charset="2"/>
        <a:buChar char="p"/>
        <a:defRPr sz="2100">
          <a:solidFill>
            <a:schemeClr val="tx1"/>
          </a:solidFill>
          <a:latin typeface="Calibri" panose="020F0502020204030204" pitchFamily="34" charset="0"/>
          <a:ea typeface="+mn-ea"/>
          <a:cs typeface="Calibri" panose="020F0502020204030204" pitchFamily="34" charset="0"/>
        </a:defRPr>
      </a:lvl1pPr>
      <a:lvl2pPr marL="557199" indent="-214308" algn="l" rtl="0" eaLnBrk="1" fontAlgn="base" hangingPunct="1">
        <a:spcBef>
          <a:spcPct val="20000"/>
        </a:spcBef>
        <a:spcAft>
          <a:spcPct val="0"/>
        </a:spcAft>
        <a:buClr>
          <a:schemeClr val="tx2"/>
        </a:buClr>
        <a:buSzPct val="75000"/>
        <a:buFont typeface="Wingdings" pitchFamily="2" charset="2"/>
        <a:buChar char="n"/>
        <a:defRPr sz="1800">
          <a:solidFill>
            <a:schemeClr val="tx1"/>
          </a:solidFill>
          <a:latin typeface="Calibri" panose="020F0502020204030204" pitchFamily="34" charset="0"/>
          <a:cs typeface="Calibri" panose="020F0502020204030204" pitchFamily="34" charset="0"/>
        </a:defRPr>
      </a:lvl2pPr>
      <a:lvl3pPr marL="857228" indent="-171446" algn="l" rtl="0" eaLnBrk="1" fontAlgn="base" hangingPunct="1">
        <a:spcBef>
          <a:spcPct val="20000"/>
        </a:spcBef>
        <a:spcAft>
          <a:spcPct val="0"/>
        </a:spcAft>
        <a:buClr>
          <a:schemeClr val="accent1"/>
        </a:buClr>
        <a:buSzPct val="65000"/>
        <a:buFont typeface="Wingdings" pitchFamily="2" charset="2"/>
        <a:buChar char="p"/>
        <a:defRPr sz="1500">
          <a:solidFill>
            <a:schemeClr val="tx1"/>
          </a:solidFill>
          <a:latin typeface="Calibri" panose="020F0502020204030204" pitchFamily="34" charset="0"/>
          <a:cs typeface="Calibri" panose="020F0502020204030204" pitchFamily="34" charset="0"/>
        </a:defRPr>
      </a:lvl3pPr>
      <a:lvl4pPr marL="1200120" indent="-171446" algn="l" rtl="0" eaLnBrk="1" fontAlgn="base" hangingPunct="1">
        <a:spcBef>
          <a:spcPct val="20000"/>
        </a:spcBef>
        <a:spcAft>
          <a:spcPct val="0"/>
        </a:spcAft>
        <a:buClr>
          <a:schemeClr val="bg2"/>
        </a:buClr>
        <a:buFont typeface="Wingdings" pitchFamily="2" charset="2"/>
        <a:buChar char="§"/>
        <a:defRPr>
          <a:solidFill>
            <a:schemeClr val="tx1"/>
          </a:solidFill>
          <a:latin typeface="Calibri" panose="020F0502020204030204" pitchFamily="34" charset="0"/>
          <a:cs typeface="Calibri" panose="020F0502020204030204" pitchFamily="34" charset="0"/>
        </a:defRPr>
      </a:lvl4pPr>
      <a:lvl5pPr marL="1543012" indent="-171446"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Calibri" panose="020F0502020204030204" pitchFamily="34" charset="0"/>
          <a:cs typeface="Calibri" panose="020F0502020204030204" pitchFamily="34" charset="0"/>
        </a:defRPr>
      </a:lvl5pPr>
      <a:lvl6pPr marL="1885903" indent="-171446"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228795" indent="-171446"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2571686" indent="-171446"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2914577" indent="-171446"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3" Type="http://schemas.openxmlformats.org/officeDocument/2006/relationships/image" Target="../media/image2.jp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Date Placeholder 3"/>
          <p:cNvSpPr>
            <a:spLocks noGrp="1"/>
          </p:cNvSpPr>
          <p:nvPr>
            <p:ph type="dt"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1"/>
                </a:solidFill>
                <a:latin typeface="Comic Sans MS" panose="030F0702030302020204" pitchFamily="66" charset="0"/>
                <a:cs typeface="Arial" panose="020B0604020202020204" pitchFamily="34" charset="0"/>
              </a:defRPr>
            </a:lvl1pPr>
            <a:lvl2pPr marL="742950" indent="-285750" eaLnBrk="0" hangingPunct="0">
              <a:defRPr sz="2400">
                <a:solidFill>
                  <a:schemeClr val="bg1"/>
                </a:solidFill>
                <a:latin typeface="Comic Sans MS" panose="030F0702030302020204" pitchFamily="66" charset="0"/>
                <a:cs typeface="Arial" panose="020B0604020202020204" pitchFamily="34" charset="0"/>
              </a:defRPr>
            </a:lvl2pPr>
            <a:lvl3pPr marL="1143000" indent="-228600" eaLnBrk="0" hangingPunct="0">
              <a:defRPr sz="2400">
                <a:solidFill>
                  <a:schemeClr val="bg1"/>
                </a:solidFill>
                <a:latin typeface="Comic Sans MS" panose="030F0702030302020204" pitchFamily="66" charset="0"/>
                <a:cs typeface="Arial" panose="020B0604020202020204" pitchFamily="34" charset="0"/>
              </a:defRPr>
            </a:lvl3pPr>
            <a:lvl4pPr marL="1600200" indent="-228600" eaLnBrk="0" hangingPunct="0">
              <a:defRPr sz="2400">
                <a:solidFill>
                  <a:schemeClr val="bg1"/>
                </a:solidFill>
                <a:latin typeface="Comic Sans MS" panose="030F0702030302020204" pitchFamily="66" charset="0"/>
                <a:cs typeface="Arial" panose="020B0604020202020204" pitchFamily="34" charset="0"/>
              </a:defRPr>
            </a:lvl4pPr>
            <a:lvl5pPr marL="2057400" indent="-228600" eaLnBrk="0" hangingPunct="0">
              <a:defRPr sz="2400">
                <a:solidFill>
                  <a:schemeClr val="bg1"/>
                </a:solidFill>
                <a:latin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9pPr>
          </a:lstStyle>
          <a:p>
            <a:endParaRPr/>
          </a:p>
        </p:txBody>
      </p:sp>
      <p:sp>
        <p:nvSpPr>
          <p:cNvPr id="2052" name="Slide Number Placeholder 5"/>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1"/>
                </a:solidFill>
                <a:latin typeface="Comic Sans MS" panose="030F0702030302020204" pitchFamily="66" charset="0"/>
                <a:cs typeface="Arial" panose="020B0604020202020204" pitchFamily="34" charset="0"/>
              </a:defRPr>
            </a:lvl1pPr>
            <a:lvl2pPr marL="742950" indent="-285750" eaLnBrk="0" hangingPunct="0">
              <a:defRPr sz="2400">
                <a:solidFill>
                  <a:schemeClr val="bg1"/>
                </a:solidFill>
                <a:latin typeface="Comic Sans MS" panose="030F0702030302020204" pitchFamily="66" charset="0"/>
                <a:cs typeface="Arial" panose="020B0604020202020204" pitchFamily="34" charset="0"/>
              </a:defRPr>
            </a:lvl2pPr>
            <a:lvl3pPr marL="1143000" indent="-228600" eaLnBrk="0" hangingPunct="0">
              <a:defRPr sz="2400">
                <a:solidFill>
                  <a:schemeClr val="bg1"/>
                </a:solidFill>
                <a:latin typeface="Comic Sans MS" panose="030F0702030302020204" pitchFamily="66" charset="0"/>
                <a:cs typeface="Arial" panose="020B0604020202020204" pitchFamily="34" charset="0"/>
              </a:defRPr>
            </a:lvl3pPr>
            <a:lvl4pPr marL="1600200" indent="-228600" eaLnBrk="0" hangingPunct="0">
              <a:defRPr sz="2400">
                <a:solidFill>
                  <a:schemeClr val="bg1"/>
                </a:solidFill>
                <a:latin typeface="Comic Sans MS" panose="030F0702030302020204" pitchFamily="66" charset="0"/>
                <a:cs typeface="Arial" panose="020B0604020202020204" pitchFamily="34" charset="0"/>
              </a:defRPr>
            </a:lvl4pPr>
            <a:lvl5pPr marL="2057400" indent="-228600" eaLnBrk="0" hangingPunct="0">
              <a:defRPr sz="2400">
                <a:solidFill>
                  <a:schemeClr val="bg1"/>
                </a:solidFill>
                <a:latin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har char="•"/>
              <a:defRPr sz="2400">
                <a:solidFill>
                  <a:schemeClr val="bg1"/>
                </a:solidFill>
                <a:latin typeface="Comic Sans MS" panose="030F0702030302020204" pitchFamily="66" charset="0"/>
                <a:cs typeface="Arial" panose="020B0604020202020204" pitchFamily="34" charset="0"/>
              </a:defRPr>
            </a:lvl9pPr>
          </a:lstStyle>
          <a:p>
            <a:r>
              <a:rPr lang="en-GB" altLang="en-US" sz="1400">
                <a:latin typeface="Times New Roman" panose="02020603050405020304" pitchFamily="18" charset="0"/>
              </a:rPr>
              <a:t>slide </a:t>
            </a:r>
            <a:fld id="{1010D064-77DF-4B55-80BD-1876EBCED9D8}" type="slidenum">
              <a:rPr lang="en-GB" altLang="en-US" sz="1400">
                <a:latin typeface="Times New Roman" panose="02020603050405020304" pitchFamily="18" charset="0"/>
              </a:rPr>
              <a:pPr/>
              <a:t>1</a:t>
            </a:fld>
            <a:endParaRPr lang="en-GB" altLang="en-US" sz="1400">
              <a:latin typeface="Times New Roman" panose="02020603050405020304" pitchFamily="18" charset="0"/>
            </a:endParaRPr>
          </a:p>
        </p:txBody>
      </p:sp>
      <p:sp>
        <p:nvSpPr>
          <p:cNvPr id="2053" name="Rectangle 2"/>
          <p:cNvSpPr>
            <a:spLocks noGrp="1" noChangeArrowheads="1"/>
          </p:cNvSpPr>
          <p:nvPr>
            <p:ph type="ctrTitle"/>
          </p:nvPr>
        </p:nvSpPr>
        <p:spPr>
          <a:xfrm>
            <a:off x="179512" y="1052736"/>
            <a:ext cx="8784976" cy="1537518"/>
          </a:xfrm>
        </p:spPr>
        <p:txBody>
          <a:bodyPr/>
          <a:lstStyle/>
          <a:p>
            <a:r>
              <a:t>Spot To Go  —  Android App</a:t>
            </a:r>
            <a:br/>
            <a:r>
              <a:t>Project Presentation</a:t>
            </a:r>
          </a:p>
        </p:txBody>
      </p:sp>
      <p:sp>
        <p:nvSpPr>
          <p:cNvPr id="2054" name="Rectangle 3"/>
          <p:cNvSpPr>
            <a:spLocks noGrp="1" noChangeArrowheads="1"/>
          </p:cNvSpPr>
          <p:nvPr>
            <p:ph type="subTitle" idx="1"/>
          </p:nvPr>
        </p:nvSpPr>
        <p:spPr>
          <a:xfrm>
            <a:off x="1187624" y="4077072"/>
            <a:ext cx="6912768" cy="1800200"/>
          </a:xfrm>
        </p:spPr>
        <p:txBody>
          <a:bodyPr/>
          <a:lstStyle/>
          <a:p>
            <a:r>
              <a:rPr lang="en-US" dirty="0" err="1" smtClean="0"/>
              <a:t>Paithiyam</a:t>
            </a:r>
            <a:r>
              <a:rPr dirty="0"/>
              <a:t/>
            </a:r>
            <a:br>
              <a:rPr dirty="0"/>
            </a:br>
            <a:r>
              <a:rPr dirty="0"/>
              <a:t>University of East Anglia</a:t>
            </a:r>
          </a:p>
        </p:txBody>
      </p:sp>
    </p:spTree>
    <p:extLst>
      <p:ext uri="{BB962C8B-B14F-4D97-AF65-F5344CB8AC3E}">
        <p14:creationId xmlns:p14="http://schemas.microsoft.com/office/powerpoint/2010/main" val="3093261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Spot To Go?</a:t>
            </a:r>
            <a:endParaRPr lang="zh-TW" altLang="en-US" dirty="0"/>
          </a:p>
        </p:txBody>
      </p:sp>
      <p:sp>
        <p:nvSpPr>
          <p:cNvPr id="3" name="Content Placeholder 2"/>
          <p:cNvSpPr>
            <a:spLocks noGrp="1"/>
          </p:cNvSpPr>
          <p:nvPr>
            <p:ph idx="1"/>
          </p:nvPr>
        </p:nvSpPr>
        <p:spPr/>
        <p:txBody>
          <a:bodyPr/>
          <a:lstStyle/>
          <a:p>
            <a:r>
              <a:rPr sz="1400" b="0" i="0"/>
              <a:t>Helps users discover restaurants near their current location</a:t>
            </a:r>
          </a:p>
          <a:p>
            <a:r>
              <a:rPr sz="1400" b="0" i="0"/>
              <a:t>Shows each restaurant's name, rating, distance, and cuisine type</a:t>
            </a:r>
          </a:p>
          <a:p>
            <a:r>
              <a:rPr sz="1400" b="0" i="0"/>
              <a:t>Lets users watch a real video preview (YouTube or TikTok) before visiting</a:t>
            </a:r>
          </a:p>
          <a:p>
            <a:r>
              <a:rPr sz="1400" b="0" i="0"/>
              <a:t>Gives instant turn-by-turn directions to the restaurant</a:t>
            </a:r>
          </a:p>
          <a:p>
            <a:r>
              <a:rPr sz="1400" b="0" i="0"/>
              <a:t>Built as a modern Android app using Kotlin and Jetpack Compose</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2</a:t>
            </a:fld>
            <a:endParaRPr lang="zh-TW" altLang="en-US"/>
          </a:p>
        </p:txBody>
      </p:sp>
    </p:spTree>
    <p:extLst>
      <p:ext uri="{BB962C8B-B14F-4D97-AF65-F5344CB8AC3E}">
        <p14:creationId xmlns:p14="http://schemas.microsoft.com/office/powerpoint/2010/main" val="2302804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All App Screens</a:t>
            </a:r>
            <a:endParaRPr lang="zh-TW" altLang="en-US" sz="2800" dirty="0"/>
          </a:p>
        </p:txBody>
      </p:sp>
      <p:sp>
        <p:nvSpPr>
          <p:cNvPr id="3" name="Content Placeholder 2"/>
          <p:cNvSpPr>
            <a:spLocks noGrp="1"/>
          </p:cNvSpPr>
          <p:nvPr>
            <p:ph idx="1"/>
          </p:nvPr>
        </p:nvSpPr>
        <p:spPr/>
        <p:txBody>
          <a:bodyPr/>
          <a:lstStyle/>
          <a:p>
            <a:r>
              <a:rPr sz="1100" i="1"/>
              <a:t>Every screen has been designed and built to match a simple, easy-to-follow flow.</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3</a:t>
            </a:fld>
            <a:endParaRPr lang="zh-TW" altLang="en-US"/>
          </a:p>
        </p:txBody>
      </p:sp>
      <p:pic>
        <p:nvPicPr>
          <p:cNvPr id="6" name="Picture 5" descr="splash screen.jpeg"/>
          <p:cNvPicPr>
            <a:picLocks noChangeAspect="1"/>
          </p:cNvPicPr>
          <p:nvPr/>
        </p:nvPicPr>
        <p:blipFill>
          <a:blip r:embed="rId3"/>
          <a:stretch>
            <a:fillRect/>
          </a:stretch>
        </p:blipFill>
        <p:spPr>
          <a:xfrm>
            <a:off x="1600200" y="2011680"/>
            <a:ext cx="914400" cy="1874519"/>
          </a:xfrm>
          <a:prstGeom prst="rect">
            <a:avLst/>
          </a:prstGeom>
        </p:spPr>
      </p:pic>
      <p:pic>
        <p:nvPicPr>
          <p:cNvPr id="7" name="Picture 6" descr="home page.jpeg"/>
          <p:cNvPicPr>
            <a:picLocks noChangeAspect="1"/>
          </p:cNvPicPr>
          <p:nvPr/>
        </p:nvPicPr>
        <p:blipFill>
          <a:blip r:embed="rId4"/>
          <a:stretch>
            <a:fillRect/>
          </a:stretch>
        </p:blipFill>
        <p:spPr>
          <a:xfrm>
            <a:off x="2606040" y="2011680"/>
            <a:ext cx="914400" cy="1874519"/>
          </a:xfrm>
          <a:prstGeom prst="rect">
            <a:avLst/>
          </a:prstGeom>
        </p:spPr>
      </p:pic>
      <p:pic>
        <p:nvPicPr>
          <p:cNvPr id="8" name="Picture 7" descr="login page.jpeg"/>
          <p:cNvPicPr>
            <a:picLocks noChangeAspect="1"/>
          </p:cNvPicPr>
          <p:nvPr/>
        </p:nvPicPr>
        <p:blipFill>
          <a:blip r:embed="rId5"/>
          <a:stretch>
            <a:fillRect/>
          </a:stretch>
        </p:blipFill>
        <p:spPr>
          <a:xfrm>
            <a:off x="3611880" y="2011680"/>
            <a:ext cx="914400" cy="1874519"/>
          </a:xfrm>
          <a:prstGeom prst="rect">
            <a:avLst/>
          </a:prstGeom>
        </p:spPr>
      </p:pic>
      <p:pic>
        <p:nvPicPr>
          <p:cNvPr id="9" name="Picture 8" descr="registration page.jpeg"/>
          <p:cNvPicPr>
            <a:picLocks noChangeAspect="1"/>
          </p:cNvPicPr>
          <p:nvPr/>
        </p:nvPicPr>
        <p:blipFill>
          <a:blip r:embed="rId6"/>
          <a:stretch>
            <a:fillRect/>
          </a:stretch>
        </p:blipFill>
        <p:spPr>
          <a:xfrm>
            <a:off x="4617720" y="2011680"/>
            <a:ext cx="914400" cy="1874519"/>
          </a:xfrm>
          <a:prstGeom prst="rect">
            <a:avLst/>
          </a:prstGeom>
        </p:spPr>
      </p:pic>
      <p:pic>
        <p:nvPicPr>
          <p:cNvPr id="10" name="Picture 9" descr="map page.jpeg"/>
          <p:cNvPicPr>
            <a:picLocks noChangeAspect="1"/>
          </p:cNvPicPr>
          <p:nvPr/>
        </p:nvPicPr>
        <p:blipFill>
          <a:blip r:embed="rId7"/>
          <a:stretch>
            <a:fillRect/>
          </a:stretch>
        </p:blipFill>
        <p:spPr>
          <a:xfrm>
            <a:off x="5623560" y="2011680"/>
            <a:ext cx="914400" cy="1874519"/>
          </a:xfrm>
          <a:prstGeom prst="rect">
            <a:avLst/>
          </a:prstGeom>
        </p:spPr>
      </p:pic>
      <p:pic>
        <p:nvPicPr>
          <p:cNvPr id="11" name="Picture 10" descr="hotel review page.jpeg"/>
          <p:cNvPicPr>
            <a:picLocks noChangeAspect="1"/>
          </p:cNvPicPr>
          <p:nvPr/>
        </p:nvPicPr>
        <p:blipFill>
          <a:blip r:embed="rId8"/>
          <a:stretch>
            <a:fillRect/>
          </a:stretch>
        </p:blipFill>
        <p:spPr>
          <a:xfrm>
            <a:off x="6629400" y="2011680"/>
            <a:ext cx="914400" cy="1874519"/>
          </a:xfrm>
          <a:prstGeom prst="rect">
            <a:avLst/>
          </a:prstGeom>
        </p:spPr>
      </p:pic>
      <p:pic>
        <p:nvPicPr>
          <p:cNvPr id="12" name="Picture 11" descr="watch video page.jpeg"/>
          <p:cNvPicPr>
            <a:picLocks noChangeAspect="1"/>
          </p:cNvPicPr>
          <p:nvPr/>
        </p:nvPicPr>
        <p:blipFill>
          <a:blip r:embed="rId9"/>
          <a:stretch>
            <a:fillRect/>
          </a:stretch>
        </p:blipFill>
        <p:spPr>
          <a:xfrm>
            <a:off x="2103120" y="4087368"/>
            <a:ext cx="914400" cy="1874519"/>
          </a:xfrm>
          <a:prstGeom prst="rect">
            <a:avLst/>
          </a:prstGeom>
        </p:spPr>
      </p:pic>
      <p:pic>
        <p:nvPicPr>
          <p:cNvPr id="13" name="Picture 12" descr="tiktok launch page.jpeg"/>
          <p:cNvPicPr>
            <a:picLocks noChangeAspect="1"/>
          </p:cNvPicPr>
          <p:nvPr/>
        </p:nvPicPr>
        <p:blipFill>
          <a:blip r:embed="rId10"/>
          <a:stretch>
            <a:fillRect/>
          </a:stretch>
        </p:blipFill>
        <p:spPr>
          <a:xfrm>
            <a:off x="3108960" y="4087368"/>
            <a:ext cx="914400" cy="1874519"/>
          </a:xfrm>
          <a:prstGeom prst="rect">
            <a:avLst/>
          </a:prstGeom>
        </p:spPr>
      </p:pic>
      <p:pic>
        <p:nvPicPr>
          <p:cNvPr id="14" name="Picture 13" descr="direction screen.jpeg"/>
          <p:cNvPicPr>
            <a:picLocks noChangeAspect="1"/>
          </p:cNvPicPr>
          <p:nvPr/>
        </p:nvPicPr>
        <p:blipFill>
          <a:blip r:embed="rId11"/>
          <a:stretch>
            <a:fillRect/>
          </a:stretch>
        </p:blipFill>
        <p:spPr>
          <a:xfrm>
            <a:off x="4114800" y="4087368"/>
            <a:ext cx="914400" cy="1874519"/>
          </a:xfrm>
          <a:prstGeom prst="rect">
            <a:avLst/>
          </a:prstGeom>
        </p:spPr>
      </p:pic>
      <p:pic>
        <p:nvPicPr>
          <p:cNvPr id="15" name="Picture 14" descr="contact us page.jpeg"/>
          <p:cNvPicPr>
            <a:picLocks noChangeAspect="1"/>
          </p:cNvPicPr>
          <p:nvPr/>
        </p:nvPicPr>
        <p:blipFill>
          <a:blip r:embed="rId12"/>
          <a:stretch>
            <a:fillRect/>
          </a:stretch>
        </p:blipFill>
        <p:spPr>
          <a:xfrm>
            <a:off x="5120640" y="4087368"/>
            <a:ext cx="914400" cy="1874519"/>
          </a:xfrm>
          <a:prstGeom prst="rect">
            <a:avLst/>
          </a:prstGeom>
        </p:spPr>
      </p:pic>
      <p:pic>
        <p:nvPicPr>
          <p:cNvPr id="16" name="Picture 15" descr="privacy page.jpeg"/>
          <p:cNvPicPr>
            <a:picLocks noChangeAspect="1"/>
          </p:cNvPicPr>
          <p:nvPr/>
        </p:nvPicPr>
        <p:blipFill>
          <a:blip r:embed="rId13"/>
          <a:stretch>
            <a:fillRect/>
          </a:stretch>
        </p:blipFill>
        <p:spPr>
          <a:xfrm>
            <a:off x="6126480" y="4087368"/>
            <a:ext cx="914400" cy="1874519"/>
          </a:xfrm>
          <a:prstGeom prst="rect">
            <a:avLst/>
          </a:prstGeom>
        </p:spPr>
      </p:pic>
    </p:spTree>
    <p:extLst>
      <p:ext uri="{BB962C8B-B14F-4D97-AF65-F5344CB8AC3E}">
        <p14:creationId xmlns:p14="http://schemas.microsoft.com/office/powerpoint/2010/main" val="4056849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A User Moves Through The App</a:t>
            </a:r>
            <a:endParaRPr lang="zh-TW" altLang="en-US" dirty="0"/>
          </a:p>
        </p:txBody>
      </p:sp>
      <p:sp>
        <p:nvSpPr>
          <p:cNvPr id="3" name="Content Placeholder 2"/>
          <p:cNvSpPr>
            <a:spLocks noGrp="1"/>
          </p:cNvSpPr>
          <p:nvPr>
            <p:ph idx="1"/>
          </p:nvPr>
        </p:nvSpPr>
        <p:spPr/>
        <p:txBody>
          <a:bodyPr/>
          <a:lstStyle/>
          <a:p>
            <a:r>
              <a:rPr sz="1300" b="0" i="0"/>
              <a:t>Splash Screen — a quick loading screen when the app opens</a:t>
            </a:r>
          </a:p>
          <a:p>
            <a:r>
              <a:rPr sz="1300" b="0" i="0"/>
              <a:t>Login or Register — sign in, create an account, or continue as a guest</a:t>
            </a:r>
          </a:p>
          <a:p>
            <a:r>
              <a:rPr sz="1300" b="0" i="0"/>
              <a:t>Home Page — search bar and quick access to nearby restaurants</a:t>
            </a:r>
          </a:p>
          <a:p>
            <a:r>
              <a:rPr sz="1300" b="0" i="0"/>
              <a:t>Map Screen — restaurants shown near the user's real location</a:t>
            </a:r>
          </a:p>
          <a:p>
            <a:r>
              <a:rPr sz="1300" b="0" i="0"/>
              <a:t>Restaurant Detail — name, rating, distance, and cuisine type</a:t>
            </a:r>
          </a:p>
          <a:p>
            <a:r>
              <a:rPr sz="1300" b="0" i="0"/>
              <a:t>Watch Video — a real preview video of the restaurant</a:t>
            </a:r>
          </a:p>
          <a:p>
            <a:r>
              <a:rPr sz="1300" b="0" i="0"/>
              <a:t>Directions — step-by-step navigation to the restaurant</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4</a:t>
            </a:fld>
            <a:endParaRPr lang="zh-TW" altLang="en-US"/>
          </a:p>
        </p:txBody>
      </p:sp>
    </p:spTree>
    <p:extLst>
      <p:ext uri="{BB962C8B-B14F-4D97-AF65-F5344CB8AC3E}">
        <p14:creationId xmlns:p14="http://schemas.microsoft.com/office/powerpoint/2010/main" val="1053700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What's Working Behind the Scenes</a:t>
            </a:r>
            <a:endParaRPr lang="zh-TW" altLang="en-US" dirty="0"/>
          </a:p>
        </p:txBody>
      </p:sp>
      <p:sp>
        <p:nvSpPr>
          <p:cNvPr id="3" name="Content Placeholder 2"/>
          <p:cNvSpPr>
            <a:spLocks noGrp="1"/>
          </p:cNvSpPr>
          <p:nvPr>
            <p:ph idx="1"/>
          </p:nvPr>
        </p:nvSpPr>
        <p:spPr/>
        <p:txBody>
          <a:bodyPr/>
          <a:lstStyle/>
          <a:p>
            <a:r>
              <a:rPr sz="1300" b="1" i="0"/>
              <a:t>Real GPS Location</a:t>
            </a:r>
          </a:p>
          <a:p>
            <a:pPr lvl="1"/>
            <a:r>
              <a:rPr sz="1100" b="0" i="0"/>
              <a:t>Finds restaurants near the user's actual position, not a fixed test location</a:t>
            </a:r>
          </a:p>
          <a:p>
            <a:r>
              <a:rPr sz="1300" b="1" i="0"/>
              <a:t>Live Google Map</a:t>
            </a:r>
          </a:p>
          <a:p>
            <a:pPr lvl="1"/>
            <a:r>
              <a:rPr sz="1100" b="0" i="0"/>
              <a:t>An interactive map with a real marker for every restaurant</a:t>
            </a:r>
          </a:p>
          <a:p>
            <a:r>
              <a:rPr sz="1300" b="1" i="0"/>
              <a:t>Account System</a:t>
            </a:r>
          </a:p>
          <a:p>
            <a:pPr lvl="1"/>
            <a:r>
              <a:rPr sz="1100" b="0" i="0"/>
              <a:t>Secure login and registration, tested on a real phone</a:t>
            </a:r>
          </a:p>
          <a:p>
            <a:r>
              <a:rPr sz="1300" b="1" i="0"/>
              <a:t>Screen Navigation</a:t>
            </a:r>
          </a:p>
          <a:p>
            <a:pPr lvl="1"/>
            <a:r>
              <a:rPr sz="1100" b="0" i="0"/>
              <a:t>Smooth movement between every screen, including a working back button</a:t>
            </a:r>
          </a:p>
          <a:p>
            <a:r>
              <a:rPr sz="1300" b="1" i="0"/>
              <a:t>Opens Other Apps</a:t>
            </a:r>
          </a:p>
          <a:p>
            <a:pPr lvl="1"/>
            <a:r>
              <a:rPr sz="1100" b="0" i="0"/>
              <a:t>The video button opens YouTube or TikTok, and directions open Google Maps</a:t>
            </a:r>
          </a:p>
          <a:p>
            <a:r>
              <a:rPr sz="1300" b="1" i="0"/>
              <a:t>Smart Search</a:t>
            </a:r>
          </a:p>
          <a:p>
            <a:pPr lvl="1"/>
            <a:r>
              <a:rPr sz="1100" b="0" i="0"/>
              <a:t>Typing in the search bar instantly filters which restaurants are shown</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5</a:t>
            </a:fld>
            <a:endParaRPr lang="zh-TW" altLang="en-US"/>
          </a:p>
        </p:txBody>
      </p:sp>
    </p:spTree>
    <p:extLst>
      <p:ext uri="{BB962C8B-B14F-4D97-AF65-F5344CB8AC3E}">
        <p14:creationId xmlns:p14="http://schemas.microsoft.com/office/powerpoint/2010/main" val="190824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Login &amp; Account Security</a:t>
            </a:r>
            <a:endParaRPr lang="zh-TW" altLang="en-US" dirty="0"/>
          </a:p>
        </p:txBody>
      </p:sp>
      <p:sp>
        <p:nvSpPr>
          <p:cNvPr id="3" name="Content Placeholder 2"/>
          <p:cNvSpPr>
            <a:spLocks noGrp="1"/>
          </p:cNvSpPr>
          <p:nvPr>
            <p:ph idx="1"/>
          </p:nvPr>
        </p:nvSpPr>
        <p:spPr/>
        <p:txBody>
          <a:bodyPr/>
          <a:lstStyle/>
          <a:p>
            <a:r>
              <a:rPr sz="1400" b="0" i="0"/>
              <a:t>Users can register a new account or log in with an existing one</a:t>
            </a:r>
          </a:p>
          <a:p>
            <a:r>
              <a:rPr sz="1400" b="0" i="0"/>
              <a:t>Accounts are stored securely, not just kept on the phone</a:t>
            </a:r>
          </a:p>
          <a:p>
            <a:r>
              <a:rPr sz="1400" b="0" i="0"/>
              <a:t>Users can also continue as a guest without creating an account</a:t>
            </a:r>
          </a:p>
          <a:p>
            <a:r>
              <a:rPr sz="1400" b="0" i="0"/>
              <a:t>The map and restaurant features only unlock once a user is signed in</a:t>
            </a:r>
          </a:p>
          <a:p>
            <a:r>
              <a:rPr sz="1400" b="0" i="0"/>
              <a:t>Tested end-to-end on a real Android phone</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6</a:t>
            </a:fld>
            <a:endParaRPr lang="zh-TW" altLang="en-US" dirty="0"/>
          </a:p>
        </p:txBody>
      </p:sp>
    </p:spTree>
    <p:extLst>
      <p:ext uri="{BB962C8B-B14F-4D97-AF65-F5344CB8AC3E}">
        <p14:creationId xmlns:p14="http://schemas.microsoft.com/office/powerpoint/2010/main" val="2732351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CAAF8A-320C-4F88-CEAA-80EA17C59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CF74DC2-AAF4-9A34-C6C0-D92F4C4BBF71}"/>
              </a:ext>
            </a:extLst>
          </p:cNvPr>
          <p:cNvSpPr>
            <a:spLocks noGrp="1"/>
          </p:cNvSpPr>
          <p:nvPr>
            <p:ph type="title"/>
          </p:nvPr>
        </p:nvSpPr>
        <p:spPr/>
        <p:txBody>
          <a:bodyPr/>
          <a:lstStyle/>
          <a:p>
            <a:r>
              <a:t>Summary</a:t>
            </a:r>
            <a:endParaRPr lang="zh-TW" altLang="en-US" dirty="0"/>
          </a:p>
        </p:txBody>
      </p:sp>
      <p:sp>
        <p:nvSpPr>
          <p:cNvPr id="3" name="Content Placeholder 2">
            <a:extLst>
              <a:ext uri="{FF2B5EF4-FFF2-40B4-BE49-F238E27FC236}">
                <a16:creationId xmlns:a16="http://schemas.microsoft.com/office/drawing/2014/main" xmlns="" id="{9832DCBD-57EA-B27E-9539-004208707827}"/>
              </a:ext>
            </a:extLst>
          </p:cNvPr>
          <p:cNvSpPr>
            <a:spLocks noGrp="1"/>
          </p:cNvSpPr>
          <p:nvPr>
            <p:ph idx="1"/>
          </p:nvPr>
        </p:nvSpPr>
        <p:spPr/>
        <p:txBody>
          <a:bodyPr/>
          <a:lstStyle/>
          <a:p>
            <a:r>
              <a:rPr sz="1400" b="0" i="0"/>
              <a:t>All app screens are designed and fully working</a:t>
            </a:r>
          </a:p>
          <a:p>
            <a:r>
              <a:rPr sz="1400" b="0" i="0"/>
              <a:t>A real login and account system is in place and tested</a:t>
            </a:r>
          </a:p>
          <a:p>
            <a:r>
              <a:rPr sz="1400" b="0" i="0"/>
              <a:t>The map shows restaurants using the user's real location</a:t>
            </a:r>
          </a:p>
          <a:p>
            <a:r>
              <a:rPr sz="1400" b="0" i="0"/>
              <a:t>Users can preview restaurants with real videos before visiting</a:t>
            </a:r>
          </a:p>
          <a:p>
            <a:r>
              <a:rPr sz="1400" b="0" i="0"/>
              <a:t>One tap gives directions straight to the restaurant</a:t>
            </a:r>
          </a:p>
        </p:txBody>
      </p:sp>
      <p:sp>
        <p:nvSpPr>
          <p:cNvPr id="4" name="Date Placeholder 3">
            <a:extLst>
              <a:ext uri="{FF2B5EF4-FFF2-40B4-BE49-F238E27FC236}">
                <a16:creationId xmlns:a16="http://schemas.microsoft.com/office/drawing/2014/main" xmlns="" id="{ADD7124F-9A31-F596-A902-B9AC5F0935DA}"/>
              </a:ext>
            </a:extLst>
          </p:cNvPr>
          <p:cNvSpPr>
            <a:spLocks noGrp="1"/>
          </p:cNvSpPr>
          <p:nvPr>
            <p:ph type="dt" sz="half" idx="10"/>
          </p:nvPr>
        </p:nvSpPr>
        <p:spPr/>
        <p:txBody>
          <a:bodyPr/>
          <a:lstStyle/>
          <a:p>
            <a:endParaRPr/>
          </a:p>
        </p:txBody>
      </p:sp>
      <p:sp>
        <p:nvSpPr>
          <p:cNvPr id="5" name="Slide Number Placeholder 4">
            <a:extLst>
              <a:ext uri="{FF2B5EF4-FFF2-40B4-BE49-F238E27FC236}">
                <a16:creationId xmlns:a16="http://schemas.microsoft.com/office/drawing/2014/main" xmlns="" id="{3D2EA6C1-1DE3-2059-68F9-EB41166475C9}"/>
              </a:ext>
            </a:extLst>
          </p:cNvPr>
          <p:cNvSpPr>
            <a:spLocks noGrp="1"/>
          </p:cNvSpPr>
          <p:nvPr>
            <p:ph type="sldNum" sz="quarter" idx="12"/>
          </p:nvPr>
        </p:nvSpPr>
        <p:spPr/>
        <p:txBody>
          <a:bodyPr/>
          <a:lstStyle/>
          <a:p>
            <a:pPr>
              <a:defRPr/>
            </a:pPr>
            <a:fld id="{8AF5A669-E021-420B-B33A-88CB5B8E39F6}" type="slidenum">
              <a:rPr lang="zh-TW" altLang="en-US" smtClean="0"/>
              <a:pPr>
                <a:defRPr/>
              </a:pPr>
              <a:t>7</a:t>
            </a:fld>
            <a:endParaRPr lang="zh-TW" altLang="en-US" dirty="0"/>
          </a:p>
        </p:txBody>
      </p:sp>
    </p:spTree>
    <p:extLst>
      <p:ext uri="{BB962C8B-B14F-4D97-AF65-F5344CB8AC3E}">
        <p14:creationId xmlns:p14="http://schemas.microsoft.com/office/powerpoint/2010/main" val="1871137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What's Coming Next</a:t>
            </a:r>
            <a:endParaRPr lang="zh-TW" altLang="en-US" dirty="0"/>
          </a:p>
        </p:txBody>
      </p:sp>
      <p:sp>
        <p:nvSpPr>
          <p:cNvPr id="3" name="Content Placeholder 2"/>
          <p:cNvSpPr>
            <a:spLocks noGrp="1"/>
          </p:cNvSpPr>
          <p:nvPr>
            <p:ph idx="1"/>
          </p:nvPr>
        </p:nvSpPr>
        <p:spPr/>
        <p:txBody>
          <a:bodyPr/>
          <a:lstStyle/>
          <a:p>
            <a:r>
              <a:rPr sz="1400" b="0" i="0"/>
              <a:t>Connect the map to real, live restaurant listings nearby</a:t>
            </a:r>
          </a:p>
          <a:p>
            <a:r>
              <a:rPr sz="1400" b="0" i="0"/>
              <a:t>Make the search bar pull results directly from those live listings</a:t>
            </a:r>
          </a:p>
          <a:p>
            <a:r>
              <a:rPr sz="1400" b="0" i="0"/>
              <a:t>Add a small safeguard so pressing back on the map doesn't close the app by accident</a:t>
            </a:r>
          </a:p>
        </p:txBody>
      </p:sp>
      <p:sp>
        <p:nvSpPr>
          <p:cNvPr id="4" name="Date Placeholder 3"/>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pPr>
              <a:defRPr/>
            </a:pPr>
            <a:fld id="{8AF5A669-E021-420B-B33A-88CB5B8E39F6}" type="slidenum">
              <a:rPr lang="zh-TW" altLang="en-US" smtClean="0"/>
              <a:pPr>
                <a:defRPr/>
              </a:pPr>
              <a:t>8</a:t>
            </a:fld>
            <a:endParaRPr lang="zh-TW" altLang="en-US"/>
          </a:p>
        </p:txBody>
      </p:sp>
    </p:spTree>
    <p:extLst>
      <p:ext uri="{BB962C8B-B14F-4D97-AF65-F5344CB8AC3E}">
        <p14:creationId xmlns:p14="http://schemas.microsoft.com/office/powerpoint/2010/main" val="1650411722"/>
      </p:ext>
    </p:extLst>
  </p:cSld>
  <p:clrMapOvr>
    <a:masterClrMapping/>
  </p:clrMapOvr>
</p:sld>
</file>

<file path=ppt/theme/theme1.xml><?xml version="1.0" encoding="utf-8"?>
<a:theme xmlns:a="http://schemas.openxmlformats.org/drawingml/2006/main" name="Level">
  <a:themeElements>
    <a:clrScheme name="暖調藍色">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自訂 1">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15524</TotalTime>
  <Words>1415</Words>
  <Application>Microsoft Office PowerPoint</Application>
  <PresentationFormat>On-screen Show (4:3)</PresentationFormat>
  <Paragraphs>64</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微軟正黑體</vt:lpstr>
      <vt:lpstr>Arial</vt:lpstr>
      <vt:lpstr>Calibri</vt:lpstr>
      <vt:lpstr>Comic Sans MS</vt:lpstr>
      <vt:lpstr>新細明體</vt:lpstr>
      <vt:lpstr>Times New Roman</vt:lpstr>
      <vt:lpstr>Wingdings</vt:lpstr>
      <vt:lpstr>Level</vt:lpstr>
      <vt:lpstr>Spot To Go  —  Android App Project Presentation</vt:lpstr>
      <vt:lpstr>What Is Spot To Go?</vt:lpstr>
      <vt:lpstr>All App Screens</vt:lpstr>
      <vt:lpstr>How A User Moves Through The App</vt:lpstr>
      <vt:lpstr>What's Working Behind the Scenes</vt:lpstr>
      <vt:lpstr>Login &amp; Account Security</vt:lpstr>
      <vt:lpstr>Summary</vt:lpstr>
      <vt:lpstr>What's Coming Next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Self-Localization</dc:title>
  <dc:creator>yctseng</dc:creator>
  <cp:lastModifiedBy>ACHC</cp:lastModifiedBy>
  <cp:revision>694</cp:revision>
  <cp:lastPrinted>2014-10-09T09:28:50Z</cp:lastPrinted>
  <dcterms:created xsi:type="dcterms:W3CDTF">2013-06-26T18:21:01Z</dcterms:created>
  <dcterms:modified xsi:type="dcterms:W3CDTF">2026-07-13T09:21:32Z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-294260517</vt:i4>
  </property>
  <property fmtid="{D5CDD505-2E9C-101B-9397-08002B2CF9AE}" pid="3" name="_NewReviewCycle">
    <vt:lpwstr/>
  </property>
  <property fmtid="{D5CDD505-2E9C-101B-9397-08002B2CF9AE}" pid="4" name="_EmailSubject">
    <vt:lpwstr>Progress report template and flow chart</vt:lpwstr>
  </property>
  <property fmtid="{D5CDD505-2E9C-101B-9397-08002B2CF9AE}" pid="5" name="_AuthorEmail">
    <vt:lpwstr>E.Ren@uea.ac.uk</vt:lpwstr>
  </property>
  <property fmtid="{D5CDD505-2E9C-101B-9397-08002B2CF9AE}" pid="6" name="_AuthorEmailDisplayName">
    <vt:lpwstr>Edwin Ren (CMP - Staff)</vt:lpwstr>
  </property>
</Properties>
</file>