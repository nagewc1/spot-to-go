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Spot To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Discover Restaurants. Watch Real Videos. Get There Fast.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201168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University of East Anglia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Choosing Where To Eat Is Still A Guess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Star ratings don't show what a place actually feels like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Short text reviews are easy to skim past — or fake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You still don't know if it's “your kind of place” until you're there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Spot To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Shows nearby restaurants on a live map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Tap one to watch a real video preview — see it before you go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One more tap gives you directions there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WHAT THE APP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Five Things It Lets 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1.  </a:t>
            </a:r>
            <a:r>
              <a:rPr sz="2200" b="0">
                <a:solidFill>
                  <a:srgbClr val="222222"/>
                </a:solidFill>
                <a:latin typeface="Calibri"/>
              </a:rPr>
              <a:t>Sign in securely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2.  </a:t>
            </a:r>
            <a:r>
              <a:rPr sz="2200" b="0">
                <a:solidFill>
                  <a:srgbClr val="222222"/>
                </a:solidFill>
                <a:latin typeface="Calibri"/>
              </a:rPr>
              <a:t>See restaurants near you on a live map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3.  </a:t>
            </a:r>
            <a:r>
              <a:rPr sz="2200" b="0">
                <a:solidFill>
                  <a:srgbClr val="222222"/>
                </a:solidFill>
                <a:latin typeface="Calibri"/>
              </a:rPr>
              <a:t>Search by name or keyword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4.  </a:t>
            </a:r>
            <a:r>
              <a:rPr sz="2200" b="0">
                <a:solidFill>
                  <a:srgbClr val="222222"/>
                </a:solidFill>
                <a:latin typeface="Calibri"/>
              </a:rPr>
              <a:t>Watch a real video preview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5.  </a:t>
            </a:r>
            <a:r>
              <a:rPr sz="2200" b="0">
                <a:solidFill>
                  <a:srgbClr val="222222"/>
                </a:solidFill>
                <a:latin typeface="Calibri"/>
              </a:rPr>
              <a:t>Get instant directions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Getting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pic>
        <p:nvPicPr>
          <p:cNvPr id="7" name="Picture 6" descr="splash scree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44" y="1691640"/>
            <a:ext cx="1561513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3984" y="5166360"/>
            <a:ext cx="1835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Splash</a:t>
            </a:r>
          </a:p>
        </p:txBody>
      </p:sp>
      <p:pic>
        <p:nvPicPr>
          <p:cNvPr id="9" name="Picture 8" descr="registration 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578" y="1691640"/>
            <a:ext cx="1560537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78418" y="5166360"/>
            <a:ext cx="18348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Register</a:t>
            </a:r>
          </a:p>
        </p:txBody>
      </p:sp>
      <p:pic>
        <p:nvPicPr>
          <p:cNvPr id="11" name="Picture 10" descr="login p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036" y="1691640"/>
            <a:ext cx="1561513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41876" y="5166360"/>
            <a:ext cx="1835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5A5A5A"/>
                </a:solidFill>
                <a:latin typeface="Calibri"/>
              </a:rPr>
              <a:t>New user? Create an account first.  Already have one? Sign straight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Finding A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pic>
        <p:nvPicPr>
          <p:cNvPr id="7" name="Picture 6" descr="home p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44" y="1691640"/>
            <a:ext cx="1561513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3984" y="5166360"/>
            <a:ext cx="1835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Home</a:t>
            </a:r>
          </a:p>
        </p:txBody>
      </p:sp>
      <p:pic>
        <p:nvPicPr>
          <p:cNvPr id="9" name="Picture 8" descr="map 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578" y="1691640"/>
            <a:ext cx="1560537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78418" y="5166360"/>
            <a:ext cx="18348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Map</a:t>
            </a:r>
          </a:p>
        </p:txBody>
      </p:sp>
      <p:pic>
        <p:nvPicPr>
          <p:cNvPr id="11" name="Picture 10" descr="hotel review p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036" y="1691640"/>
            <a:ext cx="1561513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41876" y="5166360"/>
            <a:ext cx="1835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5A5A5A"/>
                </a:solidFill>
                <a:latin typeface="Calibri"/>
              </a:rPr>
              <a:t>Search or explore nearby, tap a marker, see the full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Deciding &amp;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pic>
        <p:nvPicPr>
          <p:cNvPr id="7" name="Picture 6" descr="watch video p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44" y="1691640"/>
            <a:ext cx="1561513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3984" y="5166360"/>
            <a:ext cx="1835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Video</a:t>
            </a:r>
          </a:p>
        </p:txBody>
      </p:sp>
      <p:pic>
        <p:nvPicPr>
          <p:cNvPr id="9" name="Picture 8" descr="tiktok launch 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578" y="1691640"/>
            <a:ext cx="1561513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78418" y="5166360"/>
            <a:ext cx="1835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TikTok</a:t>
            </a:r>
          </a:p>
        </p:txBody>
      </p:sp>
      <p:pic>
        <p:nvPicPr>
          <p:cNvPr id="11" name="Picture 10" descr="direction scree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012" y="1691640"/>
            <a:ext cx="1560537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42852" y="5166360"/>
            <a:ext cx="18348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5A5A5A"/>
                </a:solidFill>
                <a:latin typeface="Calibri"/>
              </a:rPr>
              <a:t>Watch a real preview, then get turn-by-turn directions.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In Plain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Built for Android using Kotlin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Uses the phone's real GPS location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Real Google Map with live restaurant markers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Secure sign-in — the app never stores your password itself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Video and Directions buttons open the real YouTube, TikTok and Google Maps apps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Tested On A Real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Every screen tested end-to-end on a physical Android device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5 real issues found — and fixed — during testing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Example: the keyboard was covering the password box — fixed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Example: no way back from the map screen — added a menu bar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Every screen connects correctly to the 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What's Left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1.  </a:t>
            </a:r>
            <a:r>
              <a:rPr sz="2200" b="0">
                <a:solidFill>
                  <a:srgbClr val="222222"/>
                </a:solidFill>
                <a:latin typeface="Calibri"/>
              </a:rPr>
              <a:t>Connect to real, live nearby restaurants (Google Places API)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2.  </a:t>
            </a:r>
            <a:r>
              <a:rPr sz="2200" b="0">
                <a:solidFill>
                  <a:srgbClr val="222222"/>
                </a:solidFill>
                <a:latin typeface="Calibri"/>
              </a:rPr>
              <a:t>Make search pull results from those live listings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200" b="1">
                <a:solidFill>
                  <a:srgbClr val="FF5722"/>
                </a:solidFill>
                <a:latin typeface="Calibri"/>
              </a:rPr>
              <a:t>3.  </a:t>
            </a:r>
            <a:r>
              <a:rPr sz="2200" b="0">
                <a:solidFill>
                  <a:srgbClr val="222222"/>
                </a:solidFill>
                <a:latin typeface="Calibri"/>
              </a:rPr>
              <a:t>A few small polish fixes, plus more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72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</a:rPr>
              <a:t>Where Things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Spot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All 11 screens built and connected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Real login, tested on a real phone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Map uses the user's real GPS location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Real video previews and real directions, one tap away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FF5722"/>
                </a:solidFill>
                <a:latin typeface="Calibri"/>
              </a:rPr>
              <a:t>●   </a:t>
            </a:r>
            <a:r>
              <a:rPr sz="2200" b="0">
                <a:solidFill>
                  <a:srgbClr val="222222"/>
                </a:solidFill>
                <a:latin typeface="Calibri"/>
              </a:rPr>
              <a:t>One clear next step: live restaurant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